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9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F5CB5-9207-4FB8-BEE3-DBF5197546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81001-3932-46EB-91D6-D307F2B131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" y="635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颂佳 王</dc:creator>
  <cp:lastModifiedBy>agui</cp:lastModifiedBy>
  <cp:revision>4</cp:revision>
  <dcterms:created xsi:type="dcterms:W3CDTF">2026-04-18T08:39:00Z</dcterms:created>
  <dcterms:modified xsi:type="dcterms:W3CDTF">2026-09-07T13:55:48Z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616C0A217F4D4307BB407F0B486275BF_12</vt:lpwstr>
  </property>
  <property fmtid="{D5CDD505-2E9C-101B-9397-08002B2CF9AE}" pid="3" name="KSOProductBuildVer">
    <vt:lpwstr>2052-12.1.0.28505</vt:lpwstr>
  </property>
</Properties>
</file>